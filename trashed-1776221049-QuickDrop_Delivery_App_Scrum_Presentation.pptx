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112" d="100"/>
          <a:sy n="112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47685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064270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716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070917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08101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916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860811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721050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080869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923056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198267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457200" y="274638"/>
            <a:ext cx="8229600" cy="114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457200" y="1600200"/>
            <a:ext cx="8229600" cy="452596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429036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2/7/2026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6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QuickDrop Delivery App Project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Team Size: 3 Members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Methodology: Scrum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Sprint Duration: 1 Week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Tool: Jira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597579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Team Structure (3 Members)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1. Product Owner / Business Analyst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2. Mobile App Developer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3. Backend + QA Engineer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162375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Project Overview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App Type: Delivery Application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Goal: Deliver in 8 Weeks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Framework Used: Scrum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Tracking Tool: Jira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662560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What is Scrum?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Scrum is an Agile framework used to manage and deliver projects.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It includes roles, events, and artifacts.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37183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What is Sprint?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Sprint is a fixed time period (1 week in this project)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Work is completed and reviewed inside a sprint.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54481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QuickDrop Scrum Workflow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Product Backlog → Sprint Planning → Sprint Execution → Review → Next Sprint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688483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Project STORIES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User Login &amp; Registration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Order Placement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Delivery Tracking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Notifications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Performance &amp; Bug Fixes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934585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Sample Sprint Plan (Sprint 3)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Goal: Order Placement Feature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Stories: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- Create Order UI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- GPS Address Selection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- Order API Integration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- Validation &amp; Testing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872815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Project Results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.   </a:t>
            </a: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Delivered in 8 Weeks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Improved Order Tracking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Reduced Manual Errors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Clear Task Ownership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480323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Conclusion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Scrum + Jira helped the 3-member team deliver the app efficiently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itchFamily="0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Lucida Sans" pitchFamily="0" charset="0"/>
              </a:rPr>
              <a:t>Good visibility, tracking, and collaboration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9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2026-02-07T04:20:26Z</dcterms:modified>
</cp:coreProperties>
</file>